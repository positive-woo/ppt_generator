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2159000"/>
            <a:ext cx="17780000" cy="254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>
                <a:solidFill>
                  <a:srgbClr val="FFFFFF"/>
                </a:solidFill>
              </a:defRPr>
            </a:pPr>
            <a:r>
              <a:t>에베소서 1장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첫번째 에이파트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에이에이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으음~~ 에이파트다~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으으음으므으응ㅁㅁ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첫번째곡 비파트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첫번째 에이파트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에이에이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으음~~ 에이파트다~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으으음으므으응ㅁㅁ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첫번째곡 비파트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2159000"/>
            <a:ext cx="17780000" cy="254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>
                <a:solidFill>
                  <a:srgbClr val="FFFFFF"/>
                </a:solidFill>
              </a:defRPr>
            </a:pPr>
            <a:r>
              <a:t>두 번째 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주님의 뜻을 우리게 보여주셨네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그의 사랑으로 날 건지셨네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뿌ㅇ뿡뿌우뿡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주님의 뜻을 우리게 보여주셨네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그의 사랑으로 날 건지셨네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