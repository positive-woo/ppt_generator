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889000"/>
            <a:ext cx="17780000" cy="25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에베소서 1장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창세 전에 그리스도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사랑으로 우리를 택하시고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그 사랑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거룩하고 흠이 없게 하셨네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창세 전에 그리스도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사랑으로 우리를 택하시고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그 사랑 안에서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거룩하고 흠이 없게 하셨네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우리는 그리스도 안에서 은혜의 풍성함 따라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피로 말미암아 죄 사함 받았네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889000"/>
            <a:ext cx="17780000" cy="25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두 번째 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뜻을 우리게 보여주셨네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사랑으로 날 건지셨네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뿌ㅇ뿡뿌우뿡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4318000" y="0"/>
            <a:ext cx="17780000" cy="381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주님의 뜻을 우리게 보여주셨네</a:t>
            </a:r>
          </a:p>
          <a:p>
            <a:pPr algn="ctr">
              <a:defRPr sz="4400">
                <a:solidFill>
                  <a:srgbClr val="FFFFFF"/>
                </a:solidFill>
              </a:defRPr>
            </a:pPr>
            <a:r>
              <a:t>그의 사랑으로 날 건지셨네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