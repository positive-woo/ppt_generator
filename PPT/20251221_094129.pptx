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2159000"/>
            <a:ext cx="17780000" cy="2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그리스도 안에서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창세 전에 그리스도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사랑으로 우리를 택하시고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그 사랑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거룩하고 흠이 없게 하셨네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값없는 은혜의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영광을 찬송케 하시려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하나님이 사랑하시는 자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 생명을 거저 주셨네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창세 전에 그리스도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사랑으로 우리를 택하시고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그 사랑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거룩하고 흠이 없게 하셨네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값없는 은혜의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영광을 찬송케 하시려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하나님이 사랑하시는 자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 생명을 거저 주셨네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뜻을 우리게 보여주셨네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사랑으로 날 건지셨네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모든 만물이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안에서 연합되네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그 기쁘신 뜻대로 우리를 예정하사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예수로 말미암아 자녀가 되었네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2159000"/>
            <a:ext cx="17780000" cy="2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말씀이 육신되어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말씀이 육신 되어 이 땅에 오신 예수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모든 어둠 이기고 영원한 생명 되신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하늘의 통치자 이 땅에 임하셨네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어둠을 밝히시고 죽음을 이기신 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내 안에 오셔서 주의 뜻 이루시네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하늘의 통치가 온 땅에 충만하네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영광 내게 임하네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성령 날 이끄시네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말씀이 날 찾아오셔서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다스리시네 온 땅 비추시네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말씀이 육신 되어 이 땅에 오신 예수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모든 어둠 이기고 영원한 생명 되신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하늘의 통치자 이 땅에 임하셨네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어둠을 밝히시고 죽음을 이기신 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내 안에 오셔서 주의 뜻 이루시네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하늘의 통치가 온 땅에 충만하네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영광 내게 임하네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성령 날 이끄시네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말씀이 날 찾아오셔서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다스리시네 온 땅 비추시네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영광 내게 임하네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성령 날 이끄시네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말씀이 날 찾아오셔서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다스리시네 온 땅 비추시네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영광 내게 임하네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성령 날 이끄시네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말씀이 날 찾아오셔서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다스리시네 온 땅 비추시네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영광 내게 임하네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성령 날 이끄시네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주의 말씀이 날 찾아오셔서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다스리시네 온 땅 비추시네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2159000"/>
            <a:ext cx="17780000" cy="2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말씀이 육신되어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안개 속 어둔 땅에 진리의 빛 비추시니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온 땅이 주를 갈망하네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높고 거친 파도에 주 예수 앞서가시니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나 담대히 따르네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never stop!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전신갑주 입고서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carry the cross!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세상에 선포하네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거룩한 이름 예! 수!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승리의 깃발 들어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Jesus never stops!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So we’ll never stop!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모든 싸움 이긴 그날 모든 눈물 씻기시리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우리 함께 영광 누리리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강하고 크신 팔로 함께 싸우시네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앞에 맞설 자 누구랴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never stop!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전신갑주 입고서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carry the cross!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세상에 선포하네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거룩한 이름 예! 수!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승리의 깃발 들어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Jesus never stops!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So we’ll never stop!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앞서가시니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따라가려네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승리 주시니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위해 싸우네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앞서가시니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따라가려네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승리 주시니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위해 싸우네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앞서가시니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따라가려네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승리 주시니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주 예수 위해 싸우네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never stop!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전신갑주 입고서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carry the cross!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세상에 선포하네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거룩한 이름 예! 수!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승리의 깃발 들어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Jesus never stops!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So we’ll never stop!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never stop!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전신갑주 입고서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We will carry the cross!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세상에 선포하네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거룩한 이름 예! 수!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승리의 깃발 들어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Jesus never stops!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So we’ll never stop!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Jesus never stops!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So we’ll never stop!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