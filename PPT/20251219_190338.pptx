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318000" y="2159000"/>
            <a:ext cx="17780000" cy="254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800">
                <a:solidFill>
                  <a:srgbClr val="FFFFFF"/>
                </a:solidFill>
              </a:defRPr>
            </a:pPr>
            <a:r>
              <a:t>그리스도 안에서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318000" y="0"/>
            <a:ext cx="17780000" cy="381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>
                <a:solidFill>
                  <a:srgbClr val="FFFFFF"/>
                </a:solidFill>
              </a:defRPr>
            </a:pPr>
            <a:r>
              <a:t>창세 전에 그리스도 안에서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사랑으로 우리를 택하시고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주님의 그 사랑 안에서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거룩하고 흠이 없게 하셨네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주님의 값없는 은혜의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영광을 찬송케 하시려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하나님이 사랑하시는 자 안에서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그 생명을 거저 주셨네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318000" y="0"/>
            <a:ext cx="17780000" cy="381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>
                <a:solidFill>
                  <a:srgbClr val="FFFFFF"/>
                </a:solidFill>
              </a:defRPr>
            </a:pPr>
            <a:r>
              <a:t>우리는 그리스도 안에서 은혜의 풍성함 따라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그의 피로 말미암아 죄 사함 받았네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그 기쁘신 뜻대로 우리를 예정하사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주 예수로 말미암아 자녀가 되었네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318000" y="0"/>
            <a:ext cx="17780000" cy="381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>
                <a:solidFill>
                  <a:srgbClr val="FFFFFF"/>
                </a:solidFill>
              </a:defRPr>
            </a:pPr>
            <a:r>
              <a:t>창세 전에 그리스도 안에서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사랑으로 우리를 택하시고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주님의 그 사랑 안에서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거룩하고 흠이 없게 하셨네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주님의 값없는 은혜의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영광을 찬송케 하시려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하나님이 사랑하시는 자 안에서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그 생명을 거저 주셨네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318000" y="0"/>
            <a:ext cx="17780000" cy="381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>
                <a:solidFill>
                  <a:srgbClr val="FFFFFF"/>
                </a:solidFill>
              </a:defRPr>
            </a:pPr>
            <a:r>
              <a:t>우리는 그리스도 안에서 은혜의 풍성함 따라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그의 피로 말미암아 죄 사함 받았네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그 기쁘신 뜻대로 우리를 예정하사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주 예수로 말미암아 자녀가 되었네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318000" y="0"/>
            <a:ext cx="17780000" cy="381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>
                <a:solidFill>
                  <a:srgbClr val="FFFFFF"/>
                </a:solidFill>
              </a:defRPr>
            </a:pPr>
            <a:r>
              <a:t>우리는 그리스도 안에서 은혜의 풍성함 따라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그의 피로 말미암아 죄 사함 받았네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그 기쁘신 뜻대로 우리를 예정하사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주 예수로 말미암아 자녀가 되었네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318000" y="0"/>
            <a:ext cx="17780000" cy="381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>
                <a:solidFill>
                  <a:srgbClr val="FFFFFF"/>
                </a:solidFill>
              </a:defRPr>
            </a:pPr>
            <a:r>
              <a:t>주님의 뜻을 우리게 보여주셨네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그의 사랑으로 날 건지셨네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모든 만물이 주 예수 안에서 연합되네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318000" y="0"/>
            <a:ext cx="17780000" cy="381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>
                <a:solidFill>
                  <a:srgbClr val="FFFFFF"/>
                </a:solidFill>
              </a:defRPr>
            </a:pPr>
            <a:r>
              <a:t>우리는 그리스도 안에서 은혜의 풍성함 따라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그의 피로 말미암아 죄 사함 받았네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그 기쁘신 뜻대로 우리를 예정하사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주 예수로 말미암아 자녀가 되었네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318000" y="0"/>
            <a:ext cx="17780000" cy="381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>
                <a:solidFill>
                  <a:srgbClr val="FFFFFF"/>
                </a:solidFill>
              </a:defRPr>
            </a:pPr>
            <a:r>
              <a:t>우리는 그리스도 안에서 은혜의 풍성함 따라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그의 피로 말미암아 죄 사함 받았네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그 기쁘신 뜻대로 우리를 예정하사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주 예수로 말미암아 자녀가 되었네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318000" y="2159000"/>
            <a:ext cx="17780000" cy="254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800">
                <a:solidFill>
                  <a:srgbClr val="FFFFFF"/>
                </a:solidFill>
              </a:defRPr>
            </a:pPr>
            <a:r>
              <a:t>말씀이 육신되어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318000" y="0"/>
            <a:ext cx="17780000" cy="381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>
                <a:solidFill>
                  <a:srgbClr val="FFFFFF"/>
                </a:solidFill>
              </a:defRPr>
            </a:pPr>
            <a:r>
              <a:t>말씀이 육신 되어 이 땅에 오신 예수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모든 어둠 이기고 영원한 생명 되신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하늘의 통치자 이 땅에 임하셨네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318000" y="0"/>
            <a:ext cx="17780000" cy="381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>
                <a:solidFill>
                  <a:srgbClr val="FFFFFF"/>
                </a:solidFill>
              </a:defRPr>
            </a:pPr>
            <a:r>
              <a:t>어둠을 밝히시고 죽음을 이기신 주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내 안에 오셔서 주의 뜻 이루시네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하늘의 통치가 온 땅에 충만하네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318000" y="0"/>
            <a:ext cx="17780000" cy="381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>
                <a:solidFill>
                  <a:srgbClr val="FFFFFF"/>
                </a:solidFill>
              </a:defRPr>
            </a:pPr>
            <a:r>
              <a:t>주님의 영광 내게 임하네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주의 성령 날 이끄시네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주의 말씀이 날 찾아오셔서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다스리시네 온 땅 비추시네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318000" y="0"/>
            <a:ext cx="17780000" cy="381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>
                <a:solidFill>
                  <a:srgbClr val="FFFFFF"/>
                </a:solidFill>
              </a:defRPr>
            </a:pPr>
            <a:r>
              <a:t>말씀이 육신 되어 이 땅에 오신 예수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모든 어둠 이기고 영원한 생명 되신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하늘의 통치자 이 땅에 임하셨네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318000" y="0"/>
            <a:ext cx="17780000" cy="381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>
                <a:solidFill>
                  <a:srgbClr val="FFFFFF"/>
                </a:solidFill>
              </a:defRPr>
            </a:pPr>
            <a:r>
              <a:t>어둠을 밝히시고 죽음을 이기신 주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내 안에 오셔서 주의 뜻 이루시네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하늘의 통치가 온 땅에 충만하네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318000" y="0"/>
            <a:ext cx="17780000" cy="381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>
                <a:solidFill>
                  <a:srgbClr val="FFFFFF"/>
                </a:solidFill>
              </a:defRPr>
            </a:pPr>
            <a:r>
              <a:t>주님의 영광 내게 임하네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주의 성령 날 이끄시네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주의 말씀이 날 찾아오셔서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다스리시네 온 땅 비추시네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318000" y="0"/>
            <a:ext cx="17780000" cy="381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>
                <a:solidFill>
                  <a:srgbClr val="FFFFFF"/>
                </a:solidFill>
              </a:defRPr>
            </a:pPr>
            <a:r>
              <a:t>주님의 영광 내게 임하네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주의 성령 날 이끄시네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주의 말씀이 날 찾아오셔서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다스리시네 온 땅 비추시네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318000" y="0"/>
            <a:ext cx="17780000" cy="381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>
                <a:solidFill>
                  <a:srgbClr val="FFFFFF"/>
                </a:solidFill>
              </a:defRPr>
            </a:pPr>
            <a:r>
              <a:t>주님의 영광 내게 임하네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주의 성령 날 이끄시네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주의 말씀이 날 찾아오셔서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다스리시네 온 땅 비추시네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318000" y="0"/>
            <a:ext cx="17780000" cy="381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>
                <a:solidFill>
                  <a:srgbClr val="FFFFFF"/>
                </a:solidFill>
              </a:defRPr>
            </a:pPr>
            <a:r>
              <a:t>주님의 영광 내게 임하네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주의 성령 날 이끄시네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주의 말씀이 날 찾아오셔서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다스리시네 온 땅 비추시네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318000" y="2159000"/>
            <a:ext cx="17780000" cy="254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800">
                <a:solidFill>
                  <a:srgbClr val="FFFFFF"/>
                </a:solidFill>
              </a:defRPr>
            </a:pPr>
            <a:r>
              <a:t>말씀이 육신되어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318000" y="0"/>
            <a:ext cx="17780000" cy="381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>
                <a:solidFill>
                  <a:srgbClr val="FFFFFF"/>
                </a:solidFill>
              </a:defRPr>
            </a:pPr>
            <a:r>
              <a:t>안개 속 어둔 땅에 진리의 빛 비추시니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온 땅이 주를 갈망하네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높고 거친 파도에 주 예수 앞서가시니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나 담대히 따르네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318000" y="0"/>
            <a:ext cx="17780000" cy="381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>
                <a:solidFill>
                  <a:srgbClr val="FFFFFF"/>
                </a:solidFill>
              </a:defRPr>
            </a:pPr>
            <a:r>
              <a:t>We will never stop!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전신갑주 입고서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We will carry the cross!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세상에 선포하네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거룩한 이름 예! 수!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승리의 깃발 들어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Jesus never stops!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So we’ll never stop!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318000" y="0"/>
            <a:ext cx="17780000" cy="381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>
                <a:solidFill>
                  <a:srgbClr val="FFFFFF"/>
                </a:solidFill>
              </a:defRPr>
            </a:pPr>
            <a:r>
              <a:t>모든 싸움 이긴 그날 모든 눈물 씻기시리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우리 함께 영광 누리리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강하고 크신 팔로 함께 싸우시네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주 앞에 맞설 자 누구랴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318000" y="0"/>
            <a:ext cx="17780000" cy="381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>
                <a:solidFill>
                  <a:srgbClr val="FFFFFF"/>
                </a:solidFill>
              </a:defRPr>
            </a:pPr>
            <a:r>
              <a:t>We will never stop!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전신갑주 입고서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We will carry the cross!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세상에 선포하네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거룩한 이름 예! 수!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승리의 깃발 들어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Jesus never stops!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So we’ll never stop!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318000" y="0"/>
            <a:ext cx="17780000" cy="381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>
                <a:solidFill>
                  <a:srgbClr val="FFFFFF"/>
                </a:solidFill>
              </a:defRPr>
            </a:pPr>
            <a:r>
              <a:t>주 예수 앞서가시니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주 예수 따라가려네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318000" y="0"/>
            <a:ext cx="17780000" cy="381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>
                <a:solidFill>
                  <a:srgbClr val="FFFFFF"/>
                </a:solidFill>
              </a:defRPr>
            </a:pPr>
            <a:r>
              <a:t>주 예수 승리 주시니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주 예수 위해 싸우네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318000" y="0"/>
            <a:ext cx="17780000" cy="381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>
                <a:solidFill>
                  <a:srgbClr val="FFFFFF"/>
                </a:solidFill>
              </a:defRPr>
            </a:pPr>
            <a:r>
              <a:t>주 예수 앞서가시니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주 예수 따라가려네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318000" y="0"/>
            <a:ext cx="17780000" cy="381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>
                <a:solidFill>
                  <a:srgbClr val="FFFFFF"/>
                </a:solidFill>
              </a:defRPr>
            </a:pPr>
            <a:r>
              <a:t>주 예수 승리 주시니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주 예수 위해 싸우네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318000" y="0"/>
            <a:ext cx="17780000" cy="381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>
                <a:solidFill>
                  <a:srgbClr val="FFFFFF"/>
                </a:solidFill>
              </a:defRPr>
            </a:pPr>
            <a:r>
              <a:t>주 예수 앞서가시니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주 예수 따라가려네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318000" y="0"/>
            <a:ext cx="17780000" cy="381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>
                <a:solidFill>
                  <a:srgbClr val="FFFFFF"/>
                </a:solidFill>
              </a:defRPr>
            </a:pPr>
            <a:r>
              <a:t>주 예수 승리 주시니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주 예수 위해 싸우네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318000" y="0"/>
            <a:ext cx="17780000" cy="381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>
                <a:solidFill>
                  <a:srgbClr val="FFFFFF"/>
                </a:solidFill>
              </a:defRPr>
            </a:pPr>
            <a:r>
              <a:t>We will never stop!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전신갑주 입고서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We will carry the cross!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세상에 선포하네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거룩한 이름 예! 수!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승리의 깃발 들어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Jesus never stops!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So we’ll never stop!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318000" y="0"/>
            <a:ext cx="17780000" cy="381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>
                <a:solidFill>
                  <a:srgbClr val="FFFFFF"/>
                </a:solidFill>
              </a:defRPr>
            </a:pPr>
            <a:r>
              <a:t>We will never stop!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전신갑주 입고서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We will carry the cross!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세상에 선포하네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거룩한 이름 예! 수!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승리의 깃발 들어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Jesus never stops!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So we’ll never stop!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318000" y="0"/>
            <a:ext cx="17780000" cy="381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>
                <a:solidFill>
                  <a:srgbClr val="FFFFFF"/>
                </a:solidFill>
              </a:defRPr>
            </a:pPr>
            <a:r>
              <a:t>Jesus never stops!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So we’ll never stop!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