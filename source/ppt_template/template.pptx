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Noto Sans KR Light" panose="020B0200000000000000" pitchFamily="34" charset="-128"/>
      <p:regular r:id="rId3"/>
      <p:bold r:id="rId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6" autoAdjust="0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38A71DE-983D-E468-833E-62C1246B37BC}"/>
              </a:ext>
            </a:extLst>
          </p:cNvPr>
          <p:cNvSpPr txBox="1"/>
          <p:nvPr userDrawn="1"/>
        </p:nvSpPr>
        <p:spPr>
          <a:xfrm>
            <a:off x="509634" y="6245049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600" dirty="0">
                <a:solidFill>
                  <a:prstClr val="white"/>
                </a:solidFill>
                <a:latin typeface="Noto Sans KR Light" panose="020B0200000000000000" pitchFamily="50" charset="-127"/>
              </a:rPr>
              <a:t>ASKING </a:t>
            </a:r>
            <a:endParaRPr lang="ko-KR" altLang="en-US" spc="600" dirty="0">
              <a:solidFill>
                <a:prstClr val="white"/>
              </a:solidFill>
              <a:latin typeface="Noto Sans KR Light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6BF267-9C0E-9BBC-B9A7-D42FA90A45F6}"/>
              </a:ext>
            </a:extLst>
          </p:cNvPr>
          <p:cNvSpPr txBox="1"/>
          <p:nvPr userDrawn="1"/>
        </p:nvSpPr>
        <p:spPr>
          <a:xfrm>
            <a:off x="5114155" y="6245049"/>
            <a:ext cx="1649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600" dirty="0">
                <a:solidFill>
                  <a:prstClr val="white"/>
                </a:solidFill>
                <a:latin typeface="Noto Sans KR Light" panose="020B0200000000000000" pitchFamily="50" charset="-127"/>
              </a:rPr>
              <a:t>SEEKING</a:t>
            </a:r>
            <a:endParaRPr lang="ko-KR" altLang="en-US" spc="600" dirty="0">
              <a:solidFill>
                <a:prstClr val="white"/>
              </a:solidFill>
              <a:latin typeface="Noto Sans KR Light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E0BE31-A72A-04F1-8800-247BABC364CC}"/>
              </a:ext>
            </a:extLst>
          </p:cNvPr>
          <p:cNvSpPr txBox="1"/>
          <p:nvPr userDrawn="1"/>
        </p:nvSpPr>
        <p:spPr>
          <a:xfrm>
            <a:off x="9788409" y="6245049"/>
            <a:ext cx="1946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600" dirty="0">
                <a:solidFill>
                  <a:prstClr val="white"/>
                </a:solidFill>
                <a:latin typeface="Noto Sans KR Light" panose="020B0200000000000000" pitchFamily="50" charset="-127"/>
              </a:rPr>
              <a:t>KNOCKING</a:t>
            </a:r>
            <a:endParaRPr lang="ko-KR" altLang="en-US" spc="600" dirty="0">
              <a:solidFill>
                <a:prstClr val="white"/>
              </a:solidFill>
              <a:latin typeface="Noto Sans KR Light" panose="020B0200000000000000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7A76D0D-7CAE-5DAA-5F45-C496DA26DE26}"/>
              </a:ext>
            </a:extLst>
          </p:cNvPr>
          <p:cNvCxnSpPr>
            <a:cxnSpLocks/>
          </p:cNvCxnSpPr>
          <p:nvPr userDrawn="1"/>
        </p:nvCxnSpPr>
        <p:spPr>
          <a:xfrm>
            <a:off x="2336244" y="6429715"/>
            <a:ext cx="2532184" cy="0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934094B-8BC4-2B2E-ECE4-4D575F90E370}"/>
              </a:ext>
            </a:extLst>
          </p:cNvPr>
          <p:cNvCxnSpPr>
            <a:cxnSpLocks/>
          </p:cNvCxnSpPr>
          <p:nvPr userDrawn="1"/>
        </p:nvCxnSpPr>
        <p:spPr>
          <a:xfrm>
            <a:off x="7009694" y="6429715"/>
            <a:ext cx="2532184" cy="0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14" name="그림 13" descr="상징, 대칭, 디자인이(가) 표시된 사진&#10;&#10;자동 생성된 설명">
            <a:extLst>
              <a:ext uri="{FF2B5EF4-FFF2-40B4-BE49-F238E27FC236}">
                <a16:creationId xmlns:a16="http://schemas.microsoft.com/office/drawing/2014/main" id="{83DE7892-4DEC-11C8-84D1-654B672B333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2943" y="298082"/>
            <a:ext cx="867508" cy="86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Noto Sans KR Light"/>
        <a:ea typeface="Noto Sans KR Light"/>
        <a:cs typeface=""/>
      </a:majorFont>
      <a:minorFont>
        <a:latin typeface="Noto Sans KR Light"/>
        <a:ea typeface="Noto Sans KR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Noto Sans KR Light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이정우</cp:lastModifiedBy>
  <cp:revision>94</cp:revision>
  <dcterms:created xsi:type="dcterms:W3CDTF">2013-01-27T09:14:16Z</dcterms:created>
  <dcterms:modified xsi:type="dcterms:W3CDTF">2026-07-24T09:51:41Z</dcterms:modified>
  <cp:category/>
</cp:coreProperties>
</file>