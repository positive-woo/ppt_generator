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창세 전에 그리스도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사랑으로 우리를 택하시고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그 사랑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거룩하고 흠이 없게 하셨네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값없는 은혜의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영광을 찬송케 하시려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하나님이 사랑하시는 자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생명을 거저 주셨네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